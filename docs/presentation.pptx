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IBM Plex Sans" panose="020B0503050203000203" pitchFamily="34" charset="0"/>
      <p:regular r:id="rId13"/>
    </p:embeddedFont>
    <p:embeddedFont>
      <p:font typeface="Outfit Medium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1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27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hyperlink" Target="https://github.com/scriptsledge/flipfocus" TargetMode="External"/><Relationship Id="rId4" Type="http://schemas.openxmlformats.org/officeDocument/2006/relationships/hyperlink" Target="https://flipfocusiot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752475"/>
            <a:ext cx="1454646" cy="266402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81174" y="794965"/>
            <a:ext cx="174173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IOT CAPSTONE PROJECT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07558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FlipFocus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1731169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 Physical Pomodoro Gadget with Real-Time Cloud Analytics</a:t>
            </a:r>
            <a:endParaRPr lang="en-US" sz="3850" dirty="0"/>
          </a:p>
        </p:txBody>
      </p:sp>
      <p:sp>
        <p:nvSpPr>
          <p:cNvPr id="7" name="Text 4"/>
          <p:cNvSpPr/>
          <p:nvPr/>
        </p:nvSpPr>
        <p:spPr>
          <a:xfrm>
            <a:off x="496119" y="3777928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Nipun Lakhera · Sahil Raikwar · Mo Zaid Sheikh · Shivansh Nigam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Guide: Mr. Mahendra K. Ahirwar | Co-Guide: Mr. Sanjay Singh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31155"/>
            <a:ext cx="3422675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Focus Deficit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03027" y="950640"/>
            <a:ext cx="4109665" cy="826368"/>
          </a:xfrm>
          <a:prstGeom prst="roundRect">
            <a:avLst>
              <a:gd name="adj" fmla="val 20670"/>
            </a:avLst>
          </a:prstGeom>
          <a:solidFill>
            <a:srgbClr val="A2B9F9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21643" y="1049834"/>
            <a:ext cx="2136502" cy="190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📱 Digital Fragmentation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1643" y="1339155"/>
            <a:ext cx="3872433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Phone timers create notification loops — a quick glance becomes a 20-minute distraction.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21423" y="1049834"/>
            <a:ext cx="1939900" cy="190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🚫</a:t>
            </a:r>
            <a:r>
              <a:rPr lang="en-US" sz="11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No Historical 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21423" y="1339155"/>
            <a:ext cx="4396160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Physical timers can't track long-term productivity.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8379" y="1925836"/>
            <a:ext cx="2853482" cy="296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FlipFocus: The Solution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488379" y="2371204"/>
            <a:ext cx="4033986" cy="1120973"/>
          </a:xfrm>
          <a:prstGeom prst="roundRect">
            <a:avLst>
              <a:gd name="adj" fmla="val 9524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11758" y="2494583"/>
            <a:ext cx="355848" cy="355848"/>
          </a:xfrm>
          <a:prstGeom prst="roundRect">
            <a:avLst>
              <a:gd name="adj" fmla="val 16058622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613" y="2592437"/>
            <a:ext cx="160065" cy="16006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11758" y="2949625"/>
            <a:ext cx="1802829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Distraction-Free Hardware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1758" y="3194521"/>
            <a:ext cx="3787229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Physical cube — no screens.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21560" y="2371204"/>
            <a:ext cx="4034061" cy="1120973"/>
          </a:xfrm>
          <a:prstGeom prst="roundRect">
            <a:avLst>
              <a:gd name="adj" fmla="val 9524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744938" y="2494583"/>
            <a:ext cx="355848" cy="355848"/>
          </a:xfrm>
          <a:prstGeom prst="roundRect">
            <a:avLst>
              <a:gd name="adj" fmla="val 16058622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2793" y="2592437"/>
            <a:ext cx="160065" cy="1600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44938" y="2949625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Tactile Dial Control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744938" y="3194521"/>
            <a:ext cx="378730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Potentiometer switches profiles.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88379" y="3591371"/>
            <a:ext cx="4033986" cy="1120973"/>
          </a:xfrm>
          <a:prstGeom prst="roundRect">
            <a:avLst>
              <a:gd name="adj" fmla="val 9524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611758" y="3714750"/>
            <a:ext cx="355848" cy="355848"/>
          </a:xfrm>
          <a:prstGeom prst="roundRect">
            <a:avLst>
              <a:gd name="adj" fmla="val 16058622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613" y="3812604"/>
            <a:ext cx="160065" cy="1600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1758" y="4169792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Instant Feedback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11758" y="4414689"/>
            <a:ext cx="3787229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Buzzer + LED + LCD alerts.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621560" y="3591371"/>
            <a:ext cx="4034061" cy="1120973"/>
          </a:xfrm>
          <a:prstGeom prst="roundRect">
            <a:avLst>
              <a:gd name="adj" fmla="val 9524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4744938" y="3714750"/>
            <a:ext cx="355848" cy="355848"/>
          </a:xfrm>
          <a:prstGeom prst="roundRect">
            <a:avLst>
              <a:gd name="adj" fmla="val 16058622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2793" y="3812604"/>
            <a:ext cx="160065" cy="16006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744938" y="4169792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Cloud Sync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744938" y="4414689"/>
            <a:ext cx="378730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Firebase streams data live.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70" y="292968"/>
            <a:ext cx="218494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System Architecture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773" y="576263"/>
            <a:ext cx="3682380" cy="27678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34686" y="1902508"/>
            <a:ext cx="671565" cy="307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Three-layer IoT Pipeline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239304" y="2567249"/>
            <a:ext cx="999072" cy="307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Cloud Layer (Firebase)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239304" y="2918046"/>
            <a:ext cx="999072" cy="182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Realtime DB sync over 2.4GHz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2897016" y="2521607"/>
            <a:ext cx="999072" cy="307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UI Layer (Dashboard)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897016" y="2872404"/>
            <a:ext cx="999072" cy="27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Glassmorphic UI shows live &amp; historical analytics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054510" y="751839"/>
            <a:ext cx="1026372" cy="307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Edge Layer (ESP32)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54510" y="1102636"/>
            <a:ext cx="1026372" cy="182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Reads dial, controls buzzer/LED/LCD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72070" y="3381970"/>
            <a:ext cx="8771930" cy="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ESP32 handles local control while Firebase syncs data to the dashboard.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372070" y="3514725"/>
            <a:ext cx="1870993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Four Academic Profiles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2070" y="3737967"/>
            <a:ext cx="4183112" cy="539428"/>
          </a:xfrm>
          <a:prstGeom prst="roundRect">
            <a:avLst>
              <a:gd name="adj" fmla="val 11531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B5C1E2"/>
            </a:solidFill>
            <a:prstDash val="solid"/>
          </a:ln>
          <a:effectLst>
            <a:outerShdw dist="889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81595" y="3747492"/>
            <a:ext cx="4164062" cy="207318"/>
          </a:xfrm>
          <a:prstGeom prst="roundRect">
            <a:avLst>
              <a:gd name="adj" fmla="val 24489"/>
            </a:avLst>
          </a:prstGeom>
          <a:solidFill>
            <a:srgbClr val="CFDBFC"/>
          </a:solidFill>
          <a:ln/>
          <a:effectLst>
            <a:outerShdw dist="889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411760" y="3783955"/>
            <a:ext cx="103659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0652" y="3988445"/>
            <a:ext cx="863873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Assignment Work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50652" y="4116586"/>
            <a:ext cx="4025950" cy="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Syncs to </a:t>
            </a:r>
            <a:r>
              <a:rPr lang="en-US" sz="50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/profiles/assignment</a:t>
            </a:r>
            <a:endParaRPr lang="en-US" sz="500" dirty="0"/>
          </a:p>
        </p:txBody>
      </p:sp>
      <p:sp>
        <p:nvSpPr>
          <p:cNvPr id="18" name="Shape 15"/>
          <p:cNvSpPr/>
          <p:nvPr/>
        </p:nvSpPr>
        <p:spPr>
          <a:xfrm>
            <a:off x="4588818" y="3737967"/>
            <a:ext cx="4183112" cy="539428"/>
          </a:xfrm>
          <a:prstGeom prst="roundRect">
            <a:avLst>
              <a:gd name="adj" fmla="val 11531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B5C1E2"/>
            </a:solidFill>
            <a:prstDash val="solid"/>
          </a:ln>
          <a:effectLst>
            <a:outerShdw dist="889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98343" y="3747492"/>
            <a:ext cx="4164062" cy="207318"/>
          </a:xfrm>
          <a:prstGeom prst="roundRect">
            <a:avLst>
              <a:gd name="adj" fmla="val 24489"/>
            </a:avLst>
          </a:prstGeom>
          <a:solidFill>
            <a:srgbClr val="CFDBFC"/>
          </a:solidFill>
          <a:ln/>
          <a:effectLst>
            <a:outerShdw dist="889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628507" y="3783955"/>
            <a:ext cx="103659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667399" y="3988445"/>
            <a:ext cx="863873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Exam Prep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4667399" y="4116586"/>
            <a:ext cx="4025950" cy="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Syncs to </a:t>
            </a:r>
            <a:r>
              <a:rPr lang="en-US" sz="50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/profiles/examprep</a:t>
            </a:r>
            <a:endParaRPr lang="en-US" sz="500" dirty="0"/>
          </a:p>
        </p:txBody>
      </p:sp>
      <p:sp>
        <p:nvSpPr>
          <p:cNvPr id="23" name="Shape 20"/>
          <p:cNvSpPr/>
          <p:nvPr/>
        </p:nvSpPr>
        <p:spPr>
          <a:xfrm>
            <a:off x="372070" y="4311030"/>
            <a:ext cx="4183112" cy="539428"/>
          </a:xfrm>
          <a:prstGeom prst="roundRect">
            <a:avLst>
              <a:gd name="adj" fmla="val 11531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B5C1E2"/>
            </a:solidFill>
            <a:prstDash val="solid"/>
          </a:ln>
          <a:effectLst>
            <a:outerShdw dist="889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381595" y="4320555"/>
            <a:ext cx="4164062" cy="207318"/>
          </a:xfrm>
          <a:prstGeom prst="roundRect">
            <a:avLst>
              <a:gd name="adj" fmla="val 24489"/>
            </a:avLst>
          </a:prstGeom>
          <a:solidFill>
            <a:srgbClr val="CFDBFC"/>
          </a:solidFill>
          <a:ln/>
          <a:effectLst>
            <a:outerShdw dist="889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2411760" y="4357018"/>
            <a:ext cx="103659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50652" y="4561508"/>
            <a:ext cx="863873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Core Coding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450652" y="4689649"/>
            <a:ext cx="4025950" cy="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Syncs to </a:t>
            </a:r>
            <a:r>
              <a:rPr lang="en-US" sz="50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/profiles/corecoding</a:t>
            </a:r>
            <a:endParaRPr lang="en-US" sz="500" dirty="0"/>
          </a:p>
        </p:txBody>
      </p:sp>
      <p:sp>
        <p:nvSpPr>
          <p:cNvPr id="28" name="Shape 25"/>
          <p:cNvSpPr/>
          <p:nvPr/>
        </p:nvSpPr>
        <p:spPr>
          <a:xfrm>
            <a:off x="4588818" y="4311030"/>
            <a:ext cx="4183112" cy="539428"/>
          </a:xfrm>
          <a:prstGeom prst="roundRect">
            <a:avLst>
              <a:gd name="adj" fmla="val 11531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B5C1E2"/>
            </a:solidFill>
            <a:prstDash val="solid"/>
          </a:ln>
          <a:effectLst>
            <a:outerShdw dist="889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4598343" y="4320555"/>
            <a:ext cx="4164062" cy="207318"/>
          </a:xfrm>
          <a:prstGeom prst="roundRect">
            <a:avLst>
              <a:gd name="adj" fmla="val 24489"/>
            </a:avLst>
          </a:prstGeom>
          <a:solidFill>
            <a:srgbClr val="CFDBFC"/>
          </a:solidFill>
          <a:ln/>
          <a:effectLst>
            <a:outerShdw dist="889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628507" y="4357018"/>
            <a:ext cx="103659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67399" y="4561508"/>
            <a:ext cx="863873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Total Break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4667399" y="4689649"/>
            <a:ext cx="4025950" cy="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Syncs to </a:t>
            </a:r>
            <a:r>
              <a:rPr lang="en-US" sz="50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/profiles/totalbreak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401426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Engineering Feasibility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79203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🔬</a:t>
            </a: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Technical Viability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2155254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ESP32 + Firebase ESP Client — async streaming keeps hardware loops lag-free.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2977455"/>
            <a:ext cx="25221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📈</a:t>
            </a: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Operational Scalability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3340671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Schemaless database allows on-the-fly profile changes. Unseeded days default to zero.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101" y="325189"/>
            <a:ext cx="3706267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Live Analytics Dashboard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03101" y="2139330"/>
            <a:ext cx="261721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📊</a:t>
            </a:r>
            <a:r>
              <a:rPr lang="en-US" sz="1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Granular Productivity Auditing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03101" y="2412802"/>
            <a:ext cx="273553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Dropdown selector pulls historical data from Firebase to visualize study patterns.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386" y="930697"/>
            <a:ext cx="5321201" cy="30153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3101" y="4156472"/>
            <a:ext cx="4122093" cy="661839"/>
          </a:xfrm>
          <a:prstGeom prst="roundRect">
            <a:avLst>
              <a:gd name="adj" fmla="val 1036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88813" y="4156472"/>
            <a:ext cx="57150" cy="661839"/>
          </a:xfrm>
          <a:prstGeom prst="roundRect">
            <a:avLst>
              <a:gd name="adj" fmla="val 181395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75370" y="4285878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Live Mode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5370" y="4521919"/>
            <a:ext cx="382041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Active metrics with neon glow on running card.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18732" y="4156472"/>
            <a:ext cx="4122167" cy="661839"/>
          </a:xfrm>
          <a:prstGeom prst="roundRect">
            <a:avLst>
              <a:gd name="adj" fmla="val 1036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04445" y="4156472"/>
            <a:ext cx="57150" cy="661839"/>
          </a:xfrm>
          <a:prstGeom prst="roundRect">
            <a:avLst>
              <a:gd name="adj" fmla="val 181395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791001" y="4285878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Historical Archive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91001" y="4521919"/>
            <a:ext cx="38204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 week's time distribution across all profiles.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242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08800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FlipFocus is an end-to-end IoT solution — from physical hardware to cloud analytics.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1701105"/>
            <a:ext cx="2290465" cy="1279996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2640" y="18476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👥 Team </a:t>
            </a:r>
            <a:r>
              <a:rPr lang="en-US" sz="1350" dirty="0" err="1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overAI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154138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Nipun Lakhera · Sahil Raikwar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 Zaid Sheikh · Shivansh Nigam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1701105"/>
            <a:ext cx="2290539" cy="1279996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074863" y="18476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🔗 Live Demo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4863" y="2154138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u="sng" dirty="0">
                <a:solidFill>
                  <a:srgbClr val="7B6B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flipfocusiot.vercel.app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122861"/>
            <a:ext cx="4722763" cy="826368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2640" y="32693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📂 Repository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3575893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u="sng" dirty="0">
                <a:solidFill>
                  <a:srgbClr val="7B6B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github.com/scriptsledge/flipfocus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6119" y="4108698"/>
            <a:ext cx="4722763" cy="602382"/>
          </a:xfrm>
          <a:prstGeom prst="roundRect">
            <a:avLst>
              <a:gd name="adj" fmla="val 2118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77" y="4328517"/>
            <a:ext cx="177180" cy="14175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56816" y="4285878"/>
            <a:ext cx="4577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to questions and feedback from the review panel.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334</Words>
  <Application>Microsoft Office PowerPoint</Application>
  <PresentationFormat>On-screen Show (16:9)</PresentationFormat>
  <Paragraphs>69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IBM Plex Sans</vt:lpstr>
      <vt:lpstr>Arial</vt:lpstr>
      <vt:lpstr>Consolas</vt:lpstr>
      <vt:lpstr>Outfit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Script Sledge</cp:lastModifiedBy>
  <cp:revision>5</cp:revision>
  <dcterms:created xsi:type="dcterms:W3CDTF">2026-05-24T08:54:58Z</dcterms:created>
  <dcterms:modified xsi:type="dcterms:W3CDTF">2026-05-24T09:06:10Z</dcterms:modified>
</cp:coreProperties>
</file>